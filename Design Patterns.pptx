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8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1BB79-7776-F799-8A61-FF5EFB08E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4E59BC-D0D0-2A2F-A832-64C49619C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28BF2D-B1B2-355A-4FA0-679B61D63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B30C38-2BEE-87C3-C406-E014F0DB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53BA0F-232D-3A1B-A337-195B12E0A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99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1D0BEC-F6DA-BEB5-DB13-85E36B2B4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80E5BF-DEB1-8F32-72A8-AE138C5EA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C95E40-5ECF-262D-A9A4-978A2D6E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2FDFA1-C92B-3D5F-3852-2A5EFF2BB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FF54EF-1F84-5CD1-8094-339EFEFD6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339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B05DA8-D65E-721B-2ABD-EFE29E3C5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E6B806-63E7-6987-66C0-285974B34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7A18AC-EE7A-80F0-A37B-F6283C87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F2EB12-036C-2962-CCB5-991656D4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F1A886-44C8-AAD6-435D-141760CB6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013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449101-82DD-6C44-8F81-06E8CA0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DD96E6-2928-E221-03B7-61FE81DFF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026C54C-1F62-94A9-8EC3-8003AC40A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CC2EF4B-492F-EAFB-1981-2C7F12BD4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C14DF2-D3AC-3A4F-ADDC-341266DB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082711-B4C6-8069-DBC0-DCFB7BCF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786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9AB0C-CEEB-19C1-AFA4-761D6FAA2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4002A6-6434-85CD-695F-0B249C6B5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37A3FF-EE99-4AC5-5EF7-DD7CE2FB7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87DAE43-3ABE-AE46-FAAB-DFF216C88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3E55E25-EE2B-1D71-890A-1DBC286CA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66029A-EF3D-2744-9753-5608C3FD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634CB16-8D41-7DF1-CAD6-582175D5B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57029C2-13AF-F2F1-8509-77D43401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923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83340-D820-BE76-D1A8-179508B05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73F0F6-8AA8-2E92-6BEC-AC535932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E2B94B-18EF-1761-33A1-D0202553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DE9FC6C-AFB8-21EC-E5CA-3414B6D4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372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6D54AE2-4FFF-3498-32F1-8B2DEEEB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0024FDD-54BB-EFB4-E243-73D26917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C52BBE-5138-1EFB-0E70-2CF8A6D3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895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769AFF-33B4-8A4B-FCE9-31F36238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FF2504-9CC3-F122-2770-A7B2C5882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E99616-21DB-484A-5FA6-52EBCA331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2CFDFE-BAEF-7CDD-AAA7-9BD895E1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8C4AB7-88DF-2F2A-676E-961608EFF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0554A40-A3D3-BF3A-0B9C-4DB6061C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76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75F72A-4A9F-A2AF-83F5-58A41B43C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394A5F4-3186-8649-5AE6-234EAA6BC7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E75666-0ADA-E5A5-5DA5-4681029B8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24EF95-D824-BD0A-1FB6-518F00904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B90AB0-28A3-FCDE-9FAB-B7ED1292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92CB6C-C392-53DC-8F59-515E2ED10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2F5903-C834-A778-72D1-EACB25865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C81175-68CD-73F3-5D4E-7667E527F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D4F8C7-F71D-6F88-49EA-1D72A7923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B0D8FE-D41B-E22C-BEFC-AA7C437D8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DECA52-8AE5-5D3F-8279-C13197C4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560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623529A-DA45-FC82-C2D7-3DB72E40D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03DC96-5C56-2F06-98E5-CFB352A47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7B01B2-2CCC-3E2F-2F76-FA2F29D3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40F8E7-9CF0-4429-524A-A233BF3E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F8415E-4F66-7B13-725B-002061CA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75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78C2C-8A58-65CA-14C0-89F7CD034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53D9F3-8D7F-132A-694D-BEC33AD56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6FD9EA-42E8-E50E-FDFE-91C425604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23B56-9063-44BF-AB1A-23DF1E55C9BD}" type="datetimeFigureOut">
              <a:rPr lang="ru-RU" smtClean="0"/>
              <a:t>28.10.2025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F266C0-9E73-60E4-B5F7-4F3F55EFD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0786D5-DFC7-A909-DE69-97D9644B2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2E5D9-ADE2-4ED1-9797-CF373F2C20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51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5146D5-56D4-E498-E1C5-9700EA2FBD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Паттерны Проектирования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781203-5A54-5421-CAB9-A4FC695FA0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Design Patterns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12341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B6BCB-B630-BB17-882E-167C61F78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паттерны проектирования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2493E8-E834-D0B7-0CD4-CFF11B0E98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64740"/>
            <a:ext cx="619564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/>
              <a:t>Паттерны проектирования — это повторно используемые решения типичных задач проектирования ПО.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/>
              <a:t>Помогают писать гибкий, расширяемый и поддерживаемый код.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/>
              <a:t>Термин стал популярен после книги </a:t>
            </a:r>
            <a:br>
              <a:rPr lang="ru-RU" altLang="ru-RU" sz="2400" dirty="0"/>
            </a:br>
            <a:r>
              <a:rPr lang="ru-RU" altLang="ru-RU" sz="2400" dirty="0"/>
              <a:t>“Design </a:t>
            </a:r>
            <a:r>
              <a:rPr lang="ru-RU" altLang="ru-RU" sz="2400" dirty="0" err="1"/>
              <a:t>Patterns</a:t>
            </a:r>
            <a:r>
              <a:rPr lang="ru-RU" altLang="ru-RU" sz="2400" dirty="0"/>
              <a:t>: </a:t>
            </a:r>
            <a:r>
              <a:rPr lang="ru-RU" altLang="ru-RU" sz="2400" dirty="0" err="1"/>
              <a:t>Elements</a:t>
            </a:r>
            <a:r>
              <a:rPr lang="ru-RU" altLang="ru-RU" sz="2400" dirty="0"/>
              <a:t> </a:t>
            </a:r>
            <a:r>
              <a:rPr lang="ru-RU" altLang="ru-RU" sz="2400" dirty="0" err="1"/>
              <a:t>of</a:t>
            </a:r>
            <a:r>
              <a:rPr lang="ru-RU" altLang="ru-RU" sz="2400" dirty="0"/>
              <a:t> </a:t>
            </a:r>
            <a:r>
              <a:rPr lang="ru-RU" altLang="ru-RU" sz="2400" dirty="0" err="1"/>
              <a:t>Reusable</a:t>
            </a:r>
            <a:r>
              <a:rPr lang="ru-RU" altLang="ru-RU" sz="2400" dirty="0"/>
              <a:t> Object-</a:t>
            </a:r>
            <a:r>
              <a:rPr lang="ru-RU" altLang="ru-RU" sz="2400" dirty="0" err="1"/>
              <a:t>Oriented</a:t>
            </a:r>
            <a:r>
              <a:rPr lang="ru-RU" altLang="ru-RU" sz="2400" dirty="0"/>
              <a:t> Software”</a:t>
            </a:r>
          </a:p>
        </p:txBody>
      </p:sp>
      <p:pic>
        <p:nvPicPr>
          <p:cNvPr id="1027" name="Picture 3" descr="Design Patterns: Elements of Reusable Object-Oriented Software : Gamma,  Erich, Helm, Richard, Johnson, Ralph, Vlissides, John: Amazon.com.au: Books">
            <a:extLst>
              <a:ext uri="{FF2B5EF4-FFF2-40B4-BE49-F238E27FC236}">
                <a16:creationId xmlns:a16="http://schemas.microsoft.com/office/drawing/2014/main" id="{9C3379E9-D7EF-1BE6-B7CE-25516C1B1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004" y="1473910"/>
            <a:ext cx="3870699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8415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3">
            <a:extLst>
              <a:ext uri="{FF2B5EF4-FFF2-40B4-BE49-F238E27FC236}">
                <a16:creationId xmlns:a16="http://schemas.microsoft.com/office/drawing/2014/main" id="{366EC039-3CB4-B278-D09E-F0284E0A4AE7}"/>
              </a:ext>
            </a:extLst>
          </p:cNvPr>
          <p:cNvSpPr txBox="1">
            <a:spLocks/>
          </p:cNvSpPr>
          <p:nvPr/>
        </p:nvSpPr>
        <p:spPr>
          <a:xfrm>
            <a:off x="1981200" y="83343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>
                <a:latin typeface="Arial" pitchFamily="34" charset="0"/>
                <a:cs typeface="Arial" pitchFamily="34" charset="0"/>
              </a:rPr>
              <a:t>Признаки плохого кода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BF9983-A310-E72E-9669-7CBBC767970F}"/>
              </a:ext>
            </a:extLst>
          </p:cNvPr>
          <p:cNvSpPr txBox="1"/>
          <p:nvPr/>
        </p:nvSpPr>
        <p:spPr>
          <a:xfrm>
            <a:off x="3087766" y="2132856"/>
            <a:ext cx="60164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b="1" dirty="0">
                <a:latin typeface="Arial" pitchFamily="34" charset="0"/>
                <a:cs typeface="Arial" pitchFamily="34" charset="0"/>
              </a:rPr>
              <a:t>дублирование кода;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b="1" dirty="0">
                <a:latin typeface="Arial" pitchFamily="34" charset="0"/>
                <a:cs typeface="Arial" pitchFamily="34" charset="0"/>
              </a:rPr>
              <a:t>длинный метод;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b="1" dirty="0">
                <a:latin typeface="Arial" pitchFamily="34" charset="0"/>
                <a:cs typeface="Arial" pitchFamily="34" charset="0"/>
              </a:rPr>
              <a:t>большой класс;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b="1" dirty="0">
                <a:latin typeface="Arial" pitchFamily="34" charset="0"/>
                <a:cs typeface="Arial" pitchFamily="34" charset="0"/>
              </a:rPr>
              <a:t>длинный список параметров;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b="1" dirty="0">
                <a:latin typeface="Arial" pitchFamily="34" charset="0"/>
                <a:cs typeface="Arial" pitchFamily="34" charset="0"/>
              </a:rPr>
              <a:t>классы данных;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b="1" dirty="0" err="1">
                <a:latin typeface="Arial" pitchFamily="34" charset="0"/>
                <a:cs typeface="Arial" pitchFamily="34" charset="0"/>
              </a:rPr>
              <a:t>несгруппированные</a:t>
            </a:r>
            <a:r>
              <a:rPr lang="ru-RU" sz="2200" b="1" dirty="0">
                <a:latin typeface="Arial" pitchFamily="34" charset="0"/>
                <a:cs typeface="Arial" pitchFamily="34" charset="0"/>
              </a:rPr>
              <a:t> данные.</a:t>
            </a:r>
          </a:p>
        </p:txBody>
      </p:sp>
    </p:spTree>
    <p:extLst>
      <p:ext uri="{BB962C8B-B14F-4D97-AF65-F5344CB8AC3E}">
        <p14:creationId xmlns:p14="http://schemas.microsoft.com/office/powerpoint/2010/main" val="517557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2BD032-5E3D-16CD-F4A5-7487D2B3422E}"/>
              </a:ext>
            </a:extLst>
          </p:cNvPr>
          <p:cNvSpPr txBox="1">
            <a:spLocks/>
          </p:cNvSpPr>
          <p:nvPr/>
        </p:nvSpPr>
        <p:spPr>
          <a:xfrm>
            <a:off x="1945000" y="1052736"/>
            <a:ext cx="8229600" cy="11430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>
                <a:latin typeface="Arial" pitchFamily="34" charset="0"/>
                <a:cs typeface="Arial" pitchFamily="34" charset="0"/>
              </a:rPr>
              <a:t>Причины возникновения</a:t>
            </a:r>
            <a:br>
              <a:rPr lang="ru-RU" b="1">
                <a:latin typeface="Arial" pitchFamily="34" charset="0"/>
                <a:cs typeface="Arial" pitchFamily="34" charset="0"/>
              </a:rPr>
            </a:br>
            <a:r>
              <a:rPr lang="ru-RU" b="1">
                <a:latin typeface="Arial" pitchFamily="34" charset="0"/>
                <a:cs typeface="Arial" pitchFamily="34" charset="0"/>
              </a:rPr>
              <a:t>плохого кода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150D10-8FDB-83E0-2DB5-C2606A0B5F22}"/>
              </a:ext>
            </a:extLst>
          </p:cNvPr>
          <p:cNvSpPr txBox="1"/>
          <p:nvPr/>
        </p:nvSpPr>
        <p:spPr>
          <a:xfrm>
            <a:off x="2423592" y="2780929"/>
            <a:ext cx="773071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b="1" dirty="0">
                <a:latin typeface="Arial" pitchFamily="34" charset="0"/>
                <a:cs typeface="Arial" pitchFamily="34" charset="0"/>
              </a:rPr>
              <a:t>Частые изменения в требованиях, противоречащие исходной архитектуре;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b="1" dirty="0">
                <a:latin typeface="Arial" pitchFamily="34" charset="0"/>
                <a:cs typeface="Arial" pitchFamily="34" charset="0"/>
              </a:rPr>
              <a:t>недостаточно времени сделать работу качественно;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200" b="1" dirty="0">
                <a:latin typeface="Arial" pitchFamily="34" charset="0"/>
                <a:cs typeface="Arial" pitchFamily="34" charset="0"/>
              </a:rPr>
              <a:t>глупый менеджер/начальник/заказчик и т.д.</a:t>
            </a:r>
          </a:p>
          <a:p>
            <a:pPr>
              <a:lnSpc>
                <a:spcPct val="150000"/>
              </a:lnSpc>
            </a:pPr>
            <a:endParaRPr lang="ru-RU" sz="22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23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6D789-F880-09C4-780B-EF50541F6B1D}"/>
              </a:ext>
            </a:extLst>
          </p:cNvPr>
          <p:cNvSpPr txBox="1">
            <a:spLocks/>
          </p:cNvSpPr>
          <p:nvPr/>
        </p:nvSpPr>
        <p:spPr>
          <a:xfrm>
            <a:off x="1981200" y="857250"/>
            <a:ext cx="8229600" cy="20676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>
                <a:latin typeface="Arial" pitchFamily="34" charset="0"/>
                <a:cs typeface="Arial" pitchFamily="34" charset="0"/>
              </a:rPr>
              <a:t>Настоящие</a:t>
            </a:r>
            <a:r>
              <a:rPr lang="en-US" sz="4000" b="1">
                <a:latin typeface="Arial" pitchFamily="34" charset="0"/>
                <a:cs typeface="Arial" pitchFamily="34" charset="0"/>
              </a:rPr>
              <a:t> </a:t>
            </a:r>
            <a:br>
              <a:rPr lang="ru-RU" sz="4000" b="1">
                <a:latin typeface="Arial" pitchFamily="34" charset="0"/>
                <a:cs typeface="Arial" pitchFamily="34" charset="0"/>
              </a:rPr>
            </a:br>
            <a:r>
              <a:rPr lang="ru-RU" sz="4000" b="1">
                <a:latin typeface="Arial" pitchFamily="34" charset="0"/>
                <a:cs typeface="Arial" pitchFamily="34" charset="0"/>
              </a:rPr>
              <a:t>причины возникновения</a:t>
            </a:r>
            <a:br>
              <a:rPr lang="ru-RU" sz="4000" b="1">
                <a:latin typeface="Arial" pitchFamily="34" charset="0"/>
                <a:cs typeface="Arial" pitchFamily="34" charset="0"/>
              </a:rPr>
            </a:br>
            <a:r>
              <a:rPr lang="ru-RU" sz="4000" b="1">
                <a:latin typeface="Arial" pitchFamily="34" charset="0"/>
                <a:cs typeface="Arial" pitchFamily="34" charset="0"/>
              </a:rPr>
              <a:t>плохого кода</a:t>
            </a:r>
            <a:endParaRPr lang="ru-RU" sz="4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6D0D3-0731-EDCC-F82E-C8FAFED6965F}"/>
              </a:ext>
            </a:extLst>
          </p:cNvPr>
          <p:cNvSpPr txBox="1"/>
          <p:nvPr/>
        </p:nvSpPr>
        <p:spPr>
          <a:xfrm>
            <a:off x="4322119" y="3645025"/>
            <a:ext cx="4004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400" b="1" dirty="0">
                <a:latin typeface="Arial" pitchFamily="34" charset="0"/>
                <a:cs typeface="Arial" pitchFamily="34" charset="0"/>
              </a:rPr>
              <a:t>Непрофессионализм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ru-RU" sz="2400" b="1" dirty="0">
                <a:latin typeface="Arial" pitchFamily="34" charset="0"/>
                <a:cs typeface="Arial" pitchFamily="34" charset="0"/>
              </a:rPr>
              <a:t>Лень</a:t>
            </a:r>
          </a:p>
        </p:txBody>
      </p:sp>
    </p:spTree>
    <p:extLst>
      <p:ext uri="{BB962C8B-B14F-4D97-AF65-F5344CB8AC3E}">
        <p14:creationId xmlns:p14="http://schemas.microsoft.com/office/powerpoint/2010/main" val="115309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DC7578-6FEB-6714-FE04-93DA6161B35E}"/>
              </a:ext>
            </a:extLst>
          </p:cNvPr>
          <p:cNvSpPr txBox="1">
            <a:spLocks/>
          </p:cNvSpPr>
          <p:nvPr/>
        </p:nvSpPr>
        <p:spPr>
          <a:xfrm>
            <a:off x="1981200" y="773832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>
                <a:latin typeface="Arial" pitchFamily="34" charset="0"/>
                <a:cs typeface="Arial" pitchFamily="34" charset="0"/>
              </a:rPr>
              <a:t>Закон Леблана</a:t>
            </a:r>
            <a:endParaRPr lang="ru-RU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D9D33-E73D-4C9B-AFF7-F1C27F318544}"/>
              </a:ext>
            </a:extLst>
          </p:cNvPr>
          <p:cNvSpPr txBox="1"/>
          <p:nvPr/>
        </p:nvSpPr>
        <p:spPr>
          <a:xfrm>
            <a:off x="2027548" y="2907804"/>
            <a:ext cx="813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0"/>
              </a:spcBef>
            </a:pPr>
            <a:r>
              <a:rPr lang="ru-RU" sz="4000" b="1" dirty="0">
                <a:latin typeface="Arial" pitchFamily="34" charset="0"/>
                <a:ea typeface="+mj-ea"/>
                <a:cs typeface="Arial" pitchFamily="34" charset="0"/>
              </a:rPr>
              <a:t>«Потом равносильно никогда»</a:t>
            </a:r>
          </a:p>
        </p:txBody>
      </p:sp>
    </p:spTree>
    <p:extLst>
      <p:ext uri="{BB962C8B-B14F-4D97-AF65-F5344CB8AC3E}">
        <p14:creationId xmlns:p14="http://schemas.microsoft.com/office/powerpoint/2010/main" val="109736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172AEF-D01F-EE30-E144-680A8D60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нужны паттерны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B204AB-C6D1-4372-73FA-51DD009C5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Ускоряют разработку — не нужно изобретать велосипед.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Повышают читаемость и понятность кода.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Облегчают командную работу.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Помогают говорить с коллегами “на одном языке”: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i="1" dirty="0"/>
              <a:t>«здесь используем </a:t>
            </a:r>
            <a:r>
              <a:rPr lang="ru-RU" i="1" dirty="0" err="1"/>
              <a:t>Singleton</a:t>
            </a:r>
            <a:r>
              <a:rPr lang="ru-RU" i="1" dirty="0"/>
              <a:t>»</a:t>
            </a:r>
            <a:r>
              <a:rPr lang="ru-RU" dirty="0"/>
              <a:t> и т.п.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9447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8C9291-A902-E9DE-B2B4-FEABEA2A1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Паттерны и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295A34F-3A40-2939-9244-4706646BB7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793271"/>
            <a:ext cx="10515600" cy="2416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ru-RU" altLang="ru-RU" dirty="0"/>
              <a:t>Python — динамический язык с простыми конструкциями.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ru-RU" altLang="ru-RU" dirty="0"/>
              <a:t>Многие паттерны можно реализовать проще, чем в Java или C++.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ru-RU" altLang="ru-RU" dirty="0"/>
              <a:t>Некоторые паттерны встроены в язык (например, </a:t>
            </a:r>
            <a:r>
              <a:rPr lang="ru-RU" altLang="ru-RU" dirty="0" err="1"/>
              <a:t>Decorator</a:t>
            </a:r>
            <a:r>
              <a:rPr lang="ru-RU" altLang="ru-RU" dirty="0"/>
              <a:t> через @decorator).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ru-RU" altLang="ru-RU" dirty="0"/>
              <a:t>Главное — понимать принцип, а не заучивать форму</a:t>
            </a:r>
          </a:p>
        </p:txBody>
      </p:sp>
    </p:spTree>
    <p:extLst>
      <p:ext uri="{BB962C8B-B14F-4D97-AF65-F5344CB8AC3E}">
        <p14:creationId xmlns:p14="http://schemas.microsoft.com/office/powerpoint/2010/main" val="2918237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2D583-19D9-AB71-ABC8-046BD22B9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паттернов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281791-7DB0-C835-C282-6400F9A290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245190"/>
            <a:ext cx="10114436" cy="1512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fontAlgn="base">
              <a:spcAft>
                <a:spcPct val="0"/>
              </a:spcAft>
              <a:buNone/>
            </a:pPr>
            <a:r>
              <a:rPr lang="ru-RU" altLang="ru-RU" b="1" dirty="0"/>
              <a:t>Порождающие</a:t>
            </a:r>
            <a:r>
              <a:rPr lang="ru-RU" altLang="ru-RU" dirty="0"/>
              <a:t> — как создавать объекты.</a:t>
            </a:r>
          </a:p>
          <a:p>
            <a:pPr marL="0" indent="0" fontAlgn="base">
              <a:spcAft>
                <a:spcPct val="0"/>
              </a:spcAft>
              <a:buNone/>
            </a:pPr>
            <a:r>
              <a:rPr lang="ru-RU" altLang="ru-RU" b="1" dirty="0"/>
              <a:t>Структурные</a:t>
            </a:r>
            <a:r>
              <a:rPr lang="ru-RU" altLang="ru-RU" dirty="0"/>
              <a:t> — как объединять классы и объекты.</a:t>
            </a:r>
          </a:p>
          <a:p>
            <a:pPr marL="0" indent="0" fontAlgn="base">
              <a:spcAft>
                <a:spcPct val="0"/>
              </a:spcAft>
              <a:buNone/>
            </a:pPr>
            <a:r>
              <a:rPr lang="ru-RU" altLang="ru-RU" b="1" dirty="0"/>
              <a:t>Поведенческие</a:t>
            </a:r>
            <a:r>
              <a:rPr lang="ru-RU" altLang="ru-RU" dirty="0"/>
              <a:t> — как объекты взаимодействуют между собой.</a:t>
            </a:r>
          </a:p>
        </p:txBody>
      </p:sp>
    </p:spTree>
    <p:extLst>
      <p:ext uri="{BB962C8B-B14F-4D97-AF65-F5344CB8AC3E}">
        <p14:creationId xmlns:p14="http://schemas.microsoft.com/office/powerpoint/2010/main" val="1081958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28D4A-1A3F-3D52-B0AB-284F11E9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Порождающие паттерны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AEE5C08-05E3-C2AC-0BF7-38E51EAE1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79" y="2489430"/>
            <a:ext cx="5553850" cy="263879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5708945-B184-4102-B13B-8A44B5C94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89431"/>
            <a:ext cx="5821321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631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28D4A-1A3F-3D52-B0AB-284F11E9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Порождающие паттерны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160AF4-94DA-E043-21C3-7D9276A3C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79" y="2489431"/>
            <a:ext cx="5506218" cy="26483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C7B41F-8C9B-1EEF-685C-3DEC56540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89431"/>
            <a:ext cx="6014332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24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28D4A-1A3F-3D52-B0AB-284F11E9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Порождающие паттерны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0160AF4-94DA-E043-21C3-7D9276A3C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79" y="2489431"/>
            <a:ext cx="5506218" cy="26483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C7B41F-8C9B-1EEF-685C-3DEC56540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89431"/>
            <a:ext cx="6014332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401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828D4A-1A3F-3D52-B0AB-284F11E9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Порождающие паттерны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7CF45B6-4CB8-25E2-0B2A-A6DEA2832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50" y="2046848"/>
            <a:ext cx="7639500" cy="329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655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669FA4-8FD9-A764-07FA-6F63545F6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291" y="334522"/>
            <a:ext cx="6855658" cy="433202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3230934-0DE3-B6D0-38DD-C5657B8F3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233" y="4743020"/>
            <a:ext cx="5477022" cy="178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91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5AACE38-9BDB-C2CB-EA0F-A8AC35707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0671"/>
            <a:ext cx="10515600" cy="52062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3200" dirty="0"/>
              <a:t>Строитель — это порождающий паттерн проектирования, который позволяет создавать сложные объекты пошагово. Строитель даёт возможность использовать один и тот же код строительства для получения разных представлений объектов</a:t>
            </a:r>
          </a:p>
          <a:p>
            <a:pPr marL="0" indent="0">
              <a:buNone/>
            </a:pPr>
            <a:endParaRPr lang="ru-RU" sz="3200" dirty="0"/>
          </a:p>
          <a:p>
            <a:pPr marL="0" indent="0">
              <a:buNone/>
            </a:pPr>
            <a:r>
              <a:rPr lang="ru-RU" sz="3200" dirty="0"/>
              <a:t>Представьте сложный объект, требующий кропотливой пошаговой инициализации множества полей и вложенных объектов. Код инициализации таких объектов обычно спрятан внутри монструозного конструктора с десятком параметров. Либо ещё хуже — распылён по всему клиентскому коду. . </a:t>
            </a:r>
          </a:p>
        </p:txBody>
      </p:sp>
    </p:spTree>
    <p:extLst>
      <p:ext uri="{BB962C8B-B14F-4D97-AF65-F5344CB8AC3E}">
        <p14:creationId xmlns:p14="http://schemas.microsoft.com/office/powerpoint/2010/main" val="1223532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21FA67C-D6ED-8EA4-5281-0778A0349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270" y="583808"/>
            <a:ext cx="9797460" cy="569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91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C33C55-BECF-3AAB-3529-79A0AFAEA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972" y="541605"/>
            <a:ext cx="9270056" cy="5774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09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A244DE-4A7B-8CC1-2FC2-1445FEF65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381" y="417843"/>
            <a:ext cx="8431238" cy="602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2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5C30C6-100C-F4D3-5EE3-649797405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38" y="597877"/>
            <a:ext cx="9825324" cy="566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657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8ECC9-7EE2-F492-E05E-6A57DD652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Директор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7C308B5-CF72-F718-2591-278DD6966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893" y="1418210"/>
            <a:ext cx="9275298" cy="528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291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0B2126-3A8C-2CCD-3D22-A8C328042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075" y="127717"/>
            <a:ext cx="5684248" cy="6454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03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2A2111-C554-C6B2-8FA0-26E651AAE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207" y="0"/>
            <a:ext cx="7671584" cy="478160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F2B5D4-BD3E-2C57-BB69-1566FFB6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523" y="4297887"/>
            <a:ext cx="5689139" cy="256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04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F47F0-53FE-98F5-354A-6FD49217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4BF47C-56E4-A163-EF06-BDCD1E104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Фабричный метод — это порождающий паттерн проектирования, который определяет общий интерфейс для создания объектов в суперклассе, позволяя подклассам изменять тип создаваемых объектов. </a:t>
            </a:r>
          </a:p>
        </p:txBody>
      </p:sp>
    </p:spTree>
    <p:extLst>
      <p:ext uri="{BB962C8B-B14F-4D97-AF65-F5344CB8AC3E}">
        <p14:creationId xmlns:p14="http://schemas.microsoft.com/office/powerpoint/2010/main" val="2175549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F47F0-53FE-98F5-354A-6FD492173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4BF47C-56E4-A163-EF06-BDCD1E104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Представьте, что вы создаёте программу управления грузовыми перевозками. Сперва вы рассчитываете перевозить товары только на автомобилях. Поэтому весь ваш код работает с объектами класса Грузовик . </a:t>
            </a:r>
            <a:endParaRPr lang="en-US" dirty="0"/>
          </a:p>
          <a:p>
            <a:endParaRPr lang="en-US" dirty="0"/>
          </a:p>
          <a:p>
            <a:r>
              <a:rPr lang="ru-RU" dirty="0"/>
              <a:t>В какой-то момент ваша программа становится настолько известной, что морские перевозчики выстраиваются в очередь и просят добавить поддержку морской логистики в программу.</a:t>
            </a:r>
          </a:p>
        </p:txBody>
      </p:sp>
    </p:spTree>
    <p:extLst>
      <p:ext uri="{BB962C8B-B14F-4D97-AF65-F5344CB8AC3E}">
        <p14:creationId xmlns:p14="http://schemas.microsoft.com/office/powerpoint/2010/main" val="264626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934CC81-9949-8631-059F-F27038173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945" y="953676"/>
            <a:ext cx="9444110" cy="495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27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86EEA9-1EDC-FD2D-4632-B2D54657E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771" y="991772"/>
            <a:ext cx="9918458" cy="487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275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E72123-75B2-5C74-97EE-1EC653009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433" y="807860"/>
            <a:ext cx="8825134" cy="52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45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0A0BF6-CD17-EC8E-8559-3252DC5C0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771" y="706733"/>
            <a:ext cx="8684458" cy="544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493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7F53425-68FC-E4B6-983F-7E39E50B6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24" y="837028"/>
            <a:ext cx="9488352" cy="518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957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6EACF6-958C-8679-00FD-34D0542E9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434" y="370657"/>
            <a:ext cx="8825132" cy="611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9242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378</Words>
  <Application>Microsoft Office PowerPoint</Application>
  <PresentationFormat>Широкоэкранный</PresentationFormat>
  <Paragraphs>52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Тема Office</vt:lpstr>
      <vt:lpstr>Паттерны Проектирования</vt:lpstr>
      <vt:lpstr>Что такое паттерны проектирования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Зачем нужны паттерны</vt:lpstr>
      <vt:lpstr>Паттерны и Python</vt:lpstr>
      <vt:lpstr>Классификация паттернов</vt:lpstr>
      <vt:lpstr>Порождающие паттерны</vt:lpstr>
      <vt:lpstr>Порождающие паттерны</vt:lpstr>
      <vt:lpstr>Порождающие паттерны</vt:lpstr>
      <vt:lpstr>Порождающие паттерны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Директор</vt:lpstr>
      <vt:lpstr>Презентация PowerPoint</vt:lpstr>
      <vt:lpstr>Презентация PowerPoint</vt:lpstr>
      <vt:lpstr>Презентация PowerPoint</vt:lpstr>
      <vt:lpstr>Проблема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Паттерны Проектирования</dc:title>
  <dc:creator>Didar</dc:creator>
  <cp:lastModifiedBy>Didar</cp:lastModifiedBy>
  <cp:revision>4</cp:revision>
  <dcterms:created xsi:type="dcterms:W3CDTF">2025-10-28T10:38:09Z</dcterms:created>
  <dcterms:modified xsi:type="dcterms:W3CDTF">2025-10-28T13:23:12Z</dcterms:modified>
</cp:coreProperties>
</file>